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751"/>
  </p:normalViewPr>
  <p:slideViewPr>
    <p:cSldViewPr snapToGrid="0">
      <p:cViewPr varScale="1">
        <p:scale>
          <a:sx n="126" d="100"/>
          <a:sy n="126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73AC-6240-4E5B-DD01-BCC43F014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5155A-9B75-0686-B20B-6345D9088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67D4-A0A0-ABFA-1775-40D561F7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E9D03-4367-362A-1CD2-AAA38D57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1E863-98EE-1273-A569-386AD450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1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60A2-FE38-DF7C-5F2A-BEE3F895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6C0FF-8C36-4E62-0CDB-A583CB140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64DC7-7818-B735-A9AA-12C334CC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360E4-58A0-2507-7E37-25947D1B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E0A94-AEAA-9360-F847-6B164E46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9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9B093-094A-FE23-963C-BBCE26E9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8C538-8D05-F5B0-F317-B8EA40A80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36111-B1DF-17C7-3579-D706C0F6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2B951-1835-DAE7-F64E-A118999B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6C29A-0AEF-C3D4-A924-C98F17B1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3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B9E7-64AC-00E6-37CA-3E61D61D8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54F8D-5314-1524-595B-697931CC1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BB55-8E62-1D70-9E6C-13F96EFE5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D1A79-F048-CABA-429B-E823717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6A706-ED59-99DA-F6B9-D3FBA1F4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70F85-1790-2EEF-6E7E-F1E96B8F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2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3E155-BB96-6DC7-FAF5-84AF4D6B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15D12-2971-F960-1FA0-287176D72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68949-056E-2EA1-A730-21DC9CDC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D60CB-2399-0680-D5A4-33EFAD310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2F2B5-77D5-B2F0-BE0F-8959AE891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1C97D-0E26-2E1F-B0CC-1D92A1969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95244-4422-9EFA-5842-C257D9927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77B637-78C8-7387-C666-1C0587B3D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25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BCBF-6CB5-AE86-C41F-EB3D0585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4EDFA-DFD4-C0BB-561A-70238943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B97A5-40FB-DA8F-03F8-7B387FAA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BC29A-FBEF-E9DA-F062-4E8C9A99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8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E150AE-9CFE-04BB-87ED-8EA2C697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57CF8B-0C52-91FA-AE47-305AD105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58B86-5832-6396-8A30-2B84FD53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64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877B-7C02-E7B9-743F-AA2DE312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0B40F-603B-B773-F2C9-5306F833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5D28A-7661-CDCA-D9E5-F7C28AFA7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31A9C-5247-9477-BEE2-C148E33A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94D70-80D4-020A-DD8C-13F37F87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C7BFA-30BF-FF08-8D49-086283EA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5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CF94-C648-9BEA-1D91-B2BE4D66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8EBC2-7608-403E-F429-6BEE7DEA9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A3037-024D-D120-CC85-A472B3A0D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D4A33-9C0E-AD78-F703-B0E2A789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A44A1-6D69-EF6A-0658-384896E5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628D0-D981-DC59-0BBE-2BC8A4F10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04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839A-ECDB-5BED-392D-B92C217C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9E0DC-D6E3-6D94-B716-164D6E89B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C19A2-2715-70C1-6936-368EDA9D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87C45-9C4B-AA29-F479-982146BE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7C1F-D350-A598-AE64-A76956D0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5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5764F4-71A2-865A-C35B-B65C3356E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150C7-EBAD-25BD-4FC7-AC3D0166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AE2D8-4FF6-C077-FFA4-6839AB2EE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20D8F-0F12-3B63-F300-2F81A1F9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E29D-9294-EDDB-D22F-67278798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1A7C5-4687-5840-A838-50D421E02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26C78-F9B8-9045-9950-3D81E1623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75C61-6E25-E0BF-9B6C-F03BC364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14274-7509-3944-9410-C053FC1491BD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8355-9650-7655-7DCE-BE5F82C11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1E04A-0D3C-57CA-8CE5-B75D6890C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45B56-6B82-7B48-9985-5D263BD6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0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402E-26C7-E180-273A-3E52C697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5673"/>
            <a:ext cx="10515600" cy="1315991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</a:t>
            </a:r>
            <a:br>
              <a:rPr lang="en-US" dirty="0"/>
            </a:br>
            <a:r>
              <a:rPr lang="en-US" sz="2200" dirty="0"/>
              <a:t>- </a:t>
            </a:r>
            <a:r>
              <a:rPr lang="en-US" sz="2200" dirty="0">
                <a:solidFill>
                  <a:srgbClr val="001D35"/>
                </a:solidFill>
                <a:latin typeface="Google Sans"/>
              </a:rPr>
              <a:t>D</a:t>
            </a:r>
            <a:r>
              <a:rPr lang="en-US" sz="2200" b="0" i="0" dirty="0">
                <a:solidFill>
                  <a:srgbClr val="001D35"/>
                </a:solidFill>
                <a:effectLst/>
                <a:latin typeface="Google Sans"/>
              </a:rPr>
              <a:t>iscretized 140 Features with 15,701 Rows 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15,701</a:t>
            </a:r>
            <a:b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</a:b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-  600 Days Survival</a:t>
            </a:r>
            <a:b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</a:b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- Years: 2016 -2021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A210EE-EE98-9E14-7D5D-154B8899F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754660"/>
            <a:ext cx="11061359" cy="446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3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1F516-53E9-C007-4FDA-12A2F734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AC6A-E592-26C6-A9D2-C5DEB234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5673"/>
            <a:ext cx="10515600" cy="1315991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</a:t>
            </a:r>
            <a:br>
              <a:rPr lang="en-US" dirty="0"/>
            </a:br>
            <a:r>
              <a:rPr lang="en-US" sz="2200" dirty="0"/>
              <a:t>- </a:t>
            </a:r>
            <a:r>
              <a:rPr lang="en-US" sz="2200" dirty="0">
                <a:solidFill>
                  <a:srgbClr val="001D35"/>
                </a:solidFill>
                <a:latin typeface="Google Sans"/>
              </a:rPr>
              <a:t>D</a:t>
            </a:r>
            <a:r>
              <a:rPr lang="en-US" sz="2200" b="0" i="0" dirty="0">
                <a:solidFill>
                  <a:srgbClr val="001D35"/>
                </a:solidFill>
                <a:effectLst/>
                <a:latin typeface="Google Sans"/>
              </a:rPr>
              <a:t>iscretized 140 Features with 15,701 Rows </a:t>
            </a: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15,701</a:t>
            </a:r>
            <a:b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</a:b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-  600 Days Survival</a:t>
            </a:r>
            <a:b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</a:b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-  Years: 2016 - 2021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9BF86E-F91B-A0A2-5B17-3D3F301ED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754660"/>
            <a:ext cx="11061359" cy="446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8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2292</TotalTime>
  <Words>46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Google Sans</vt:lpstr>
      <vt:lpstr>Office Theme</vt:lpstr>
      <vt:lpstr>Machine Learning - Discretized 140 Features with 15,701 Rows 15,701 -  600 Days Survival - Years: 2016 -2021</vt:lpstr>
      <vt:lpstr>Machine Learning - Discretized 140 Features with 15,701 Rows 15,701 -  600 Days Survival -  Years: 2016 - 2021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Pak</dc:creator>
  <cp:lastModifiedBy>Erik Pak</cp:lastModifiedBy>
  <cp:revision>3</cp:revision>
  <dcterms:created xsi:type="dcterms:W3CDTF">2025-02-26T04:16:06Z</dcterms:created>
  <dcterms:modified xsi:type="dcterms:W3CDTF">2025-02-27T18:28:36Z</dcterms:modified>
</cp:coreProperties>
</file>